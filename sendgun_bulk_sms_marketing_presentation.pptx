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07"/>
  </p:normalViewPr>
  <p:slideViewPr>
    <p:cSldViewPr snapToGrid="0" snapToObjects="1">
      <p:cViewPr varScale="1">
        <p:scale>
          <a:sx n="100" d="100"/>
          <a:sy n="100" d="100"/>
        </p:scale>
        <p:origin x="65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endgun.in/products/sms-marketin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endgun.i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endgun.i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971800"/>
            <a:ext cx="8813800" cy="1143000"/>
          </a:xfrm>
        </p:spPr>
        <p:txBody>
          <a:bodyPr>
            <a:noAutofit/>
          </a:bodyPr>
          <a:lstStyle/>
          <a:p>
            <a:pPr algn="l"/>
            <a:r>
              <a:rPr sz="6000" b="1" dirty="0"/>
              <a:t>Bulk SMS Marketing Service: A Powerful Communication Tool for Modern Businesses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B7898-2AC9-F173-54AF-65E79B6D5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0" y="-266700"/>
            <a:ext cx="2146300" cy="2146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1196181"/>
            <a:ext cx="8229600" cy="1143000"/>
          </a:xfrm>
        </p:spPr>
        <p:txBody>
          <a:bodyPr/>
          <a:lstStyle/>
          <a:p>
            <a:r>
              <a:rPr b="1" dirty="0"/>
              <a:t>What is Bulk SMS Marketing?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339181"/>
            <a:ext cx="8229600" cy="4525963"/>
          </a:xfrm>
        </p:spPr>
        <p:txBody>
          <a:bodyPr>
            <a:normAutofit/>
          </a:bodyPr>
          <a:lstStyle/>
          <a:p>
            <a:r>
              <a:rPr sz="2800" dirty="0">
                <a:hlinkClick r:id="rId2"/>
              </a:rPr>
              <a:t>Bulk SMS marketing</a:t>
            </a:r>
            <a:r>
              <a:rPr sz="2800" dirty="0"/>
              <a:t> is a method businesses use to send promotional or informational messages to many customers at once.</a:t>
            </a:r>
          </a:p>
          <a:p>
            <a:r>
              <a:rPr sz="2800" dirty="0"/>
              <a:t>With professional SMS marketing services, companies can communicate important updates, offers, and alerts quickly.</a:t>
            </a:r>
          </a:p>
          <a:p>
            <a:r>
              <a:rPr sz="2800" dirty="0"/>
              <a:t>A bulk </a:t>
            </a:r>
            <a:r>
              <a:rPr sz="2800" dirty="0" err="1"/>
              <a:t>sms</a:t>
            </a:r>
            <a:r>
              <a:rPr sz="2800" dirty="0"/>
              <a:t> marketing service helps businesses improve engagement and deliver messages directly to customer phones.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12FF0-6BB3-1636-E1E6-00D8F939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300" y="-266700"/>
            <a:ext cx="2146300" cy="2146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1308100"/>
            <a:ext cx="8229600" cy="1143000"/>
          </a:xfrm>
        </p:spPr>
        <p:txBody>
          <a:bodyPr/>
          <a:lstStyle/>
          <a:p>
            <a:r>
              <a:rPr b="1" dirty="0"/>
              <a:t>Benefits of Bulk SMS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2451100"/>
            <a:ext cx="8229600" cy="4525963"/>
          </a:xfrm>
        </p:spPr>
        <p:txBody>
          <a:bodyPr/>
          <a:lstStyle/>
          <a:p>
            <a:r>
              <a:rPr lang="en-US" dirty="0"/>
              <a:t>A</a:t>
            </a:r>
            <a:r>
              <a:rPr dirty="0"/>
              <a:t>llows businesses to reach a large audience instantly.</a:t>
            </a:r>
          </a:p>
          <a:p>
            <a:r>
              <a:rPr dirty="0"/>
              <a:t>SMS marketing offer high open rates compared to email marketing.</a:t>
            </a:r>
          </a:p>
          <a:p>
            <a:r>
              <a:rPr dirty="0"/>
              <a:t>A bulk </a:t>
            </a:r>
            <a:r>
              <a:rPr lang="en-US" dirty="0"/>
              <a:t>SMS</a:t>
            </a:r>
            <a:r>
              <a:rPr dirty="0"/>
              <a:t> marketing is cost‑effective, fast, and suitable for promotions, OTPs, reminders, and alerts.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F17AB-85EC-397B-87BC-ED958692E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0" y="-266700"/>
            <a:ext cx="2146300" cy="2146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5065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Why Choose </a:t>
            </a:r>
            <a:r>
              <a:rPr b="1" dirty="0" err="1"/>
              <a:t>Send</a:t>
            </a:r>
            <a:r>
              <a:rPr lang="en-US" b="1" dirty="0" err="1"/>
              <a:t>g</a:t>
            </a:r>
            <a:r>
              <a:rPr b="1" dirty="0" err="1"/>
              <a:t>un</a:t>
            </a:r>
            <a:r>
              <a:rPr b="1" dirty="0"/>
              <a:t> SMS Platform?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287813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hlinkClick r:id="rId2"/>
              </a:rPr>
              <a:t>Sendgun</a:t>
            </a:r>
            <a:r>
              <a:rPr lang="en-US" dirty="0"/>
              <a:t> provides:</a:t>
            </a:r>
          </a:p>
          <a:p>
            <a:r>
              <a:rPr dirty="0"/>
              <a:t>High delivery rate and reliable SMS gateway</a:t>
            </a:r>
          </a:p>
          <a:p>
            <a:r>
              <a:rPr dirty="0"/>
              <a:t>Easy campaign management dashboard</a:t>
            </a:r>
          </a:p>
          <a:p>
            <a:r>
              <a:rPr dirty="0"/>
              <a:t>Instant message delivery across India</a:t>
            </a:r>
          </a:p>
          <a:p>
            <a:r>
              <a:rPr dirty="0"/>
              <a:t>Affordable pricing for businesses</a:t>
            </a:r>
          </a:p>
          <a:p>
            <a:r>
              <a:rPr dirty="0"/>
              <a:t>Suitable for marketing, OTP, and notifications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06B43-9F6F-C4DC-93C6-0B2476AD7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300" y="-266700"/>
            <a:ext cx="2146300" cy="2146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413669"/>
            <a:ext cx="8229600" cy="1143000"/>
          </a:xfrm>
        </p:spPr>
        <p:txBody>
          <a:bodyPr/>
          <a:lstStyle/>
          <a:p>
            <a:r>
              <a:rPr b="1" dirty="0"/>
              <a:t>How </a:t>
            </a:r>
            <a:r>
              <a:rPr b="1" dirty="0" err="1"/>
              <a:t>Send</a:t>
            </a:r>
            <a:r>
              <a:rPr lang="en-US" b="1" dirty="0" err="1"/>
              <a:t>g</a:t>
            </a:r>
            <a:r>
              <a:rPr b="1" dirty="0" err="1"/>
              <a:t>un</a:t>
            </a:r>
            <a:r>
              <a:rPr b="1" dirty="0"/>
              <a:t> Helps Your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40038"/>
            <a:ext cx="8229600" cy="4525963"/>
          </a:xfrm>
        </p:spPr>
        <p:txBody>
          <a:bodyPr/>
          <a:lstStyle/>
          <a:p>
            <a:r>
              <a:rPr dirty="0"/>
              <a:t>Promote offers and discounts</a:t>
            </a:r>
          </a:p>
          <a:p>
            <a:r>
              <a:rPr dirty="0"/>
              <a:t>Send important notifications and alerts</a:t>
            </a:r>
          </a:p>
          <a:p>
            <a:r>
              <a:rPr dirty="0"/>
              <a:t>Improve customer engagement</a:t>
            </a:r>
          </a:p>
          <a:p>
            <a:r>
              <a:rPr dirty="0"/>
              <a:t>Increase sales through targeted messaging</a:t>
            </a:r>
          </a:p>
          <a:p>
            <a:r>
              <a:rPr dirty="0"/>
              <a:t>Simple and powerful bulk messaging platform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0D550-E184-DE6C-A39E-18BC553EE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0" y="-266700"/>
            <a:ext cx="2146300" cy="2146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0" y="1130299"/>
            <a:ext cx="8229600" cy="1143000"/>
          </a:xfrm>
        </p:spPr>
        <p:txBody>
          <a:bodyPr/>
          <a:lstStyle/>
          <a:p>
            <a:r>
              <a:rPr b="1" dirty="0"/>
              <a:t>Contact</a:t>
            </a:r>
            <a:r>
              <a:rPr lang="en-US" b="1" dirty="0"/>
              <a:t> Us: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Phone: 18008898103</a:t>
            </a:r>
          </a:p>
          <a:p>
            <a:r>
              <a:rPr dirty="0"/>
              <a:t>Email: </a:t>
            </a:r>
            <a:r>
              <a:rPr dirty="0" err="1"/>
              <a:t>sales@sendgun.in</a:t>
            </a:r>
            <a:endParaRPr dirty="0"/>
          </a:p>
          <a:p>
            <a:r>
              <a:rPr dirty="0"/>
              <a:t>Website:</a:t>
            </a:r>
            <a:r>
              <a:rPr lang="en-US" dirty="0"/>
              <a:t> </a:t>
            </a:r>
            <a:r>
              <a:rPr lang="en-US" dirty="0" err="1">
                <a:hlinkClick r:id="rId2"/>
              </a:rPr>
              <a:t>sendgun.in</a:t>
            </a:r>
            <a:endParaRPr dirty="0"/>
          </a:p>
          <a:p>
            <a:r>
              <a:rPr dirty="0"/>
              <a:t>Perfect solution for businesses looking for bulk SMS marketing service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11CED-D37A-91E6-2B49-8896B7A85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300" y="-266700"/>
            <a:ext cx="2146300" cy="214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{FB0285D5-1FE8-6648-A550-CE66872DB82D}tf10001120</Template>
  <TotalTime>34</TotalTime>
  <Words>219</Words>
  <Application>Microsoft Macintosh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Bulk SMS Marketing Service: A Powerful Communication Tool for Modern Businesses</vt:lpstr>
      <vt:lpstr>What is Bulk SMS Marketing?</vt:lpstr>
      <vt:lpstr>Benefits of Bulk SMS Marketing</vt:lpstr>
      <vt:lpstr>Why Choose Sendgun SMS Platform?</vt:lpstr>
      <vt:lpstr>How Sendgun Helps Your Business</vt:lpstr>
      <vt:lpstr>Contact Us: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2026-03-13T06:44:54Z</dcterms:modified>
  <cp:category/>
</cp:coreProperties>
</file>